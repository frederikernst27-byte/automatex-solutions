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b462b42a2e4be6" /><Relationship Type="http://schemas.openxmlformats.org/officeDocument/2006/relationships/extended-properties" Target="/docProps/app.xml" Id="Rc5fd574887a14e4f" /><Relationship Type="http://schemas.openxmlformats.org/officeDocument/2006/relationships/officeDocument" Target="/ppt/presentation.xml" Id="Rb9c88a5a4e6448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4d76ae09a2467a"/>
  </p:sldMasterIdLst>
  <p:notesMasterIdLst>
    <p:notesMasterId xmlns:r="http://schemas.openxmlformats.org/officeDocument/2006/relationships" r:id="R8e509cc9941846d9"/>
  </p:notesMasterIdLst>
  <p:sldIdLst>
    <p:sldId xmlns:r="http://schemas.openxmlformats.org/officeDocument/2006/relationships" id="256" r:id="Rb46f0427f9954032"/>
    <p:sldId xmlns:r="http://schemas.openxmlformats.org/officeDocument/2006/relationships" id="257" r:id="R395adc83b59b412f"/>
    <p:sldId xmlns:r="http://schemas.openxmlformats.org/officeDocument/2006/relationships" id="258" r:id="R213a28581fa84664"/>
    <p:sldId xmlns:r="http://schemas.openxmlformats.org/officeDocument/2006/relationships" id="259" r:id="R7bd0dca56226403e"/>
    <p:sldId xmlns:r="http://schemas.openxmlformats.org/officeDocument/2006/relationships" id="260" r:id="R43029bcf73454e5b"/>
    <p:sldId xmlns:r="http://schemas.openxmlformats.org/officeDocument/2006/relationships" id="261" r:id="Rf0b41f09ce924a5e"/>
    <p:sldId xmlns:r="http://schemas.openxmlformats.org/officeDocument/2006/relationships" id="262" r:id="Ra68305f44a4f4eb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de2ffcdbac40a4" /><Relationship Type="http://schemas.openxmlformats.org/officeDocument/2006/relationships/slideMaster" Target="/ppt/slideMasters/slideMaster1.xml" Id="R8b4d76ae09a2467a" /><Relationship Type="http://schemas.openxmlformats.org/officeDocument/2006/relationships/notesMaster" Target="/ppt/notesMasters/notesMaster1.xml" Id="R8e509cc9941846d9" /><Relationship Type="http://schemas.openxmlformats.org/officeDocument/2006/relationships/presProps" Target="/ppt/presProps.xml" Id="Re3942cd0e512498b" /><Relationship Type="http://schemas.openxmlformats.org/officeDocument/2006/relationships/tableStyles" Target="/ppt/tableStyles.xml" Id="R45532a4e14194342" /><Relationship Type="http://schemas.openxmlformats.org/officeDocument/2006/relationships/slide" Target="/ppt/slides/slide1.xml" Id="Rb46f0427f9954032" /><Relationship Type="http://schemas.openxmlformats.org/officeDocument/2006/relationships/slide" Target="/ppt/slides/slide2.xml" Id="R395adc83b59b412f" /><Relationship Type="http://schemas.openxmlformats.org/officeDocument/2006/relationships/slide" Target="/ppt/slides/slide3.xml" Id="R213a28581fa84664" /><Relationship Type="http://schemas.openxmlformats.org/officeDocument/2006/relationships/slide" Target="/ppt/slides/slide4.xml" Id="R7bd0dca56226403e" /><Relationship Type="http://schemas.openxmlformats.org/officeDocument/2006/relationships/slide" Target="/ppt/slides/slide5.xml" Id="R43029bcf73454e5b" /><Relationship Type="http://schemas.openxmlformats.org/officeDocument/2006/relationships/slide" Target="/ppt/slides/slide6.xml" Id="Rf0b41f09ce924a5e" /><Relationship Type="http://schemas.openxmlformats.org/officeDocument/2006/relationships/slide" Target="/ppt/slides/slide7.xml" Id="Ra68305f44a4f4e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bf621934784d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59ad9d7ab14e45" /><Relationship Type="http://schemas.openxmlformats.org/officeDocument/2006/relationships/notesMaster" Target="/ppt/notesMasters/notesMaster1.xml" Id="R654fa39a7b7b4f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712b460f834b3f" /><Relationship Type="http://schemas.openxmlformats.org/officeDocument/2006/relationships/notesMaster" Target="/ppt/notesMasters/notesMaster1.xml" Id="R1499f95d2b804e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978285c1244d9b" /><Relationship Type="http://schemas.openxmlformats.org/officeDocument/2006/relationships/notesMaster" Target="/ppt/notesMasters/notesMaster1.xml" Id="R28a02736236244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527459d0784772" /><Relationship Type="http://schemas.openxmlformats.org/officeDocument/2006/relationships/notesMaster" Target="/ppt/notesMasters/notesMaster1.xml" Id="Rf7a7edc7de1e4b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12780053104237" /><Relationship Type="http://schemas.openxmlformats.org/officeDocument/2006/relationships/notesMaster" Target="/ppt/notesMasters/notesMaster1.xml" Id="R276c2e0abe024c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39c377596b4381" /><Relationship Type="http://schemas.openxmlformats.org/officeDocument/2006/relationships/notesMaster" Target="/ppt/notesMasters/notesMaster1.xml" Id="Ra31ad782475b44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e1939d9c6043b0" /><Relationship Type="http://schemas.openxmlformats.org/officeDocument/2006/relationships/notesMaster" Target="/ppt/notesMasters/notesMaster1.xml" Id="Refe7f256a2a24f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7f50b1f74446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4ce9a5624c4c12" /><Relationship Type="http://schemas.openxmlformats.org/officeDocument/2006/relationships/slideLayout" Target="/ppt/slideLayouts/slideLayout1.xml" Id="R07a4af6e533b4c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a4af6e533b4c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0818b3918472c" /><Relationship Type="http://schemas.openxmlformats.org/officeDocument/2006/relationships/image" Target="/ppt/media/image.png" Id="Re477f57283314561" /><Relationship Type="http://schemas.openxmlformats.org/officeDocument/2006/relationships/notesSlide" Target="/ppt/notesSlides/notesSlide1.xml" Id="R2cdf0f7a88e444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d010f995d446e" /><Relationship Type="http://schemas.openxmlformats.org/officeDocument/2006/relationships/image" Target="/ppt/media/image2.png" Id="Ra7cfca65366d4c48" /><Relationship Type="http://schemas.openxmlformats.org/officeDocument/2006/relationships/notesSlide" Target="/ppt/notesSlides/notesSlide2.xml" Id="Rab9c12b7558448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b5f3a546e43b8" /><Relationship Type="http://schemas.openxmlformats.org/officeDocument/2006/relationships/image" Target="/ppt/media/image3.png" Id="Rdcf305c52e694db0" /><Relationship Type="http://schemas.openxmlformats.org/officeDocument/2006/relationships/notesSlide" Target="/ppt/notesSlides/notesSlide3.xml" Id="R7ec5d751e5e640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3055e51024e00" /><Relationship Type="http://schemas.openxmlformats.org/officeDocument/2006/relationships/notesSlide" Target="/ppt/notesSlides/notesSlide4.xml" Id="R072f264c3e874e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9add7c1894e18" /><Relationship Type="http://schemas.openxmlformats.org/officeDocument/2006/relationships/notesSlide" Target="/ppt/notesSlides/notesSlide5.xml" Id="R2ad456983e5d44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f8d50c508400b" /><Relationship Type="http://schemas.openxmlformats.org/officeDocument/2006/relationships/notesSlide" Target="/ppt/notesSlides/notesSlide6.xml" Id="R0980a32eeef542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da7a6e5804010" /><Relationship Type="http://schemas.openxmlformats.org/officeDocument/2006/relationships/notesSlide" Target="/ppt/notesSlides/notesSlide7.xml" Id="Rcd6e5de4f4e945b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94C4F-37F6-4797-B47C-E8361DF0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rPr>
              <a:t>AUTOMATEX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E709E-B4C8-49A8-A9B1-5FD8679A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4953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Route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83C2F-D10A-486A-AFB0-8F340FA0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485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Die Arbeitszentrale für Planung, Einsatz und Service im Außendienst.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501FE-E89F-4FAB-8313-27472CBA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rPr>
              <a:t>Unternehmenspräsentation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77f57283314561"/>
          <a:srcRect xmlns:a="http://schemas.openxmlformats.org/drawingml/2006/main" l="15203" t="0" r="152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524500" cy="5619750"/>
          </a:xfrm>
          <a:prstGeom xmlns:a="http://schemas.openxmlformats.org/drawingml/2006/main" prst="roundRect">
            <a:avLst>
              <a:gd name="adj" fmla="val 206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2FF54-2163-4C60-92ED-0ED1D57C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66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AutomateX Route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8AFC0-4865-466F-9DAB-B397E417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452306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504BB2-09A3-4228-97B1-0A486EB9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rPr>
              <a:t>ALLES IM BLICK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6CA5D-B608-4E1E-9BFA-3AC6930F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Ein zentraler Ort für den täglichen Betrieb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45056-D922-449B-97F4-2851CF1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Von der Einsatzplanung bis zur Auswertung bündelt die Plattform die Informationen, die Ihr Team wirklich braucht.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fca65366d4c48"/>
          <a:srcRect xmlns:a="http://schemas.openxmlformats.org/drawingml/2006/main" l="0" t="16476" r="0" b="164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609850"/>
            <a:ext cx="7143750" cy="3390900"/>
          </a:xfrm>
          <a:prstGeom xmlns:a="http://schemas.openxmlformats.org/drawingml/2006/main" prst="roundRect">
            <a:avLst>
              <a:gd name="adj" fmla="val 337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2E26A-9971-4B63-B1BD-FC0CB967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333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76461-6A96-4DB3-AA95-30AA2B7F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6702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Disposition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2B54C-F1D2-44FC-A15D-69CBC1B7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71825"/>
            <a:ext cx="2809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Aufträge, Fahrer und Prioritäten im Überblick.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3F175-2E08-4681-9136-48862EF6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29050"/>
            <a:ext cx="333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F6E3A-423E-4C2A-90B4-3E14A008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2907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Transparenz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7E11E-7F06-4327-90DC-0C7EFEAE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338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Live-Status, offene Aufgaben und Kennzahlen sichtbar machen.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C7069C-B9E9-49B0-B297-14C9C18C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91100"/>
            <a:ext cx="333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97AB1-5F38-4DCF-9CB6-16DDA633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9112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735E98-99B3-4B72-9155-61619864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95925"/>
            <a:ext cx="2809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Kunden, Anlagen und Termine sauber dokumentieren.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5AF86C-E4D1-4BDA-91CB-97C05858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66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AutomateX Route Platform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C66DC-BF7E-4313-AE1A-2582E4A6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622785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C51626-C9F0-4EA6-A89F-F78D1FFC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rPr>
              <a:t>PLANUNG &amp; ROUTEN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3CC10-828A-4080-AB72-F19061F5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Touren werden nachvollziehbar und flexibel geplant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DFD05-E2FB-45D5-94CB-0B06F2A9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Die Karte macht Einsatzorte, Fahrten und Prioritäten sofort verständlich – für eine bessere Abstimmung zwischen Disposition und Außendienst.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305c52e694db0"/>
          <a:srcRect xmlns:a="http://schemas.openxmlformats.org/drawingml/2006/main" l="0" t="6463" r="0" b="64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476500"/>
            <a:ext cx="6858000" cy="3524250"/>
          </a:xfrm>
          <a:prstGeom xmlns:a="http://schemas.openxmlformats.org/drawingml/2006/main" prst="roundRect">
            <a:avLst>
              <a:gd name="adj" fmla="val 324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45400-EFE0-4553-A815-6F684552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098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Was die Planung abbilden kann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DA74B-75FA-4CB5-ACA5-239DD86D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A5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B326D-CD5B-408A-AA37-F8690497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861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39746-C26E-4254-B5BC-D26EA5B0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4800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Einsätze nach Zeitfenstern und Prioritäten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0820E-CA56-4EE3-A7C1-EC9A255F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A5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A9F05-76A8-4CAE-9962-7953CD03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528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22BAE-0280-45A9-AD9E-8058F34F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1475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Fahrer, Kompetenzen und Verfügbarkeiten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1D1CA8-6C1B-457F-84BF-4B351413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815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A5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0A8A6-1381-4CF5-9930-30FCE4DE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196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18D08E-CD82-45CB-8D52-EF7D2CFD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8150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Tagesrouten, Stopps und Navigation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06A5C-E7FC-454D-B451-B80EEE00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A5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6145DB-94B3-4F43-B612-A37AF1E8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863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7F78B9-CA24-4CF4-975F-3ECB02C6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4825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Manuelle Anpassungen jederzeit möglich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0ABE6E-D83E-4946-86DB-EB6E637C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66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AutomateX Route Platform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EA2A98-9BFC-4433-8141-8219DBAD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981601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34DDC9-20FF-4759-92D5-5E0E0876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rPr>
              <a:t>FÜR DEN GESAMTEN EINSATZPROZESS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A598E-E549-498B-9B34-85187F2A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Die App verbindet Büro, Außendienst und Kunden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8DE83-9FBF-4B6A-BD50-71129CD3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Module können so kombiniert werden, wie sie zu Ihren Abläufen passen.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91DC7-133A-4B93-B6E5-6B9FA10A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C5090-7084-42BB-9CC9-41C4FB49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9358E-8DF3-44CB-B9C6-0D521EA3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Im Büro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C5B87-A586-4EC6-BA18-51D3AD2B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714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Kunden- und Auftragsverwaltung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Disposition &amp; Tourenplanung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Live-Übersicht und Kennzahlen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B5343-C2D1-4961-BFD8-C35C961B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72415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1D8ED-01EC-4727-9A44-3CA40692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971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37127E-E714-43A4-91E9-35D978DD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3813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Unterwegs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CC409-28E3-411A-9DE9-5DC7E014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924300"/>
            <a:ext cx="2714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Mobile Fahreransicht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Navigation und Statusmeldungen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Serviceberichte, Fotos &amp; Signatur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3E1A4-1857-43D7-812F-D26BD3DE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2415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089B21-6E61-4970-A024-4200A9DE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71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64205E-5066-4D92-BB7B-F65A541C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813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Für Kunden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BDFDA1-0E86-4E2B-ACBF-EAB6EE31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24300"/>
            <a:ext cx="2714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Sicherer Kundenlink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Termin, ETA und Bericht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Nachvollziehbare Kommunikation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8E707-AF13-421F-8A58-0A54D94F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66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AutomateX Route Platform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8B972-37D9-4789-B227-169348AB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709332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6B0B1C-2E07-4C7F-93B9-B5D77B83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rPr>
              <a:t>IHRE VERSION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32253-9343-408B-8B9C-A2B7E2D8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Wir passen die App an Ihr Unternehmen 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0E983-C5F2-462E-A8D7-FAB98BAD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Die vorhandene Plattform ist ein Prototyp mit klarer Richtung. Daraus kann ein Produkt entstehen, das exakt zu Ihrem Betrieb passt.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FB501-8C5F-4A1C-B072-2D311BFF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5143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32A18-821D-43F2-9F1D-D93B0558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Sie bestimmen den Umfang.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613CD-A308-4B73-A305-7D9D178C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4238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9E2EC"/>
                </a:solidFill>
                <a:latin typeface="Helvetica Neue"/>
                <a:ea typeface="Helvetica Neue"/>
                <a:cs typeface="Helvetica Neue"/>
              </a:rPr>
              <a:t>Sagen Sie mir, was Sie brauchen – und was Sie bewusst nicht brauchen. Ich setze die Funktionen so um, dass sie zu Ihren Prozessen passen.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39B18-76D6-48D9-8CF1-6D294369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Custom Version möglich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9F996-4740-40D2-A79E-4ECF5255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5143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6B13E-CFC7-46C4-BFD7-53D82727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Mögliche Bausteine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BFE5B-7595-4298-8740-746B7540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88BAB-202B-421D-A791-A092A66E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Eigene Workflows und Rollen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90E851-96B2-4A9D-88FB-8B97D7CE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43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DEAC8-4952-43BF-84BD-88BCAA19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Individuelle Formulare &amp; Berichte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956B30-DC5C-4EDB-9E42-C73B925C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67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AAA354-FEF9-49AD-A5D8-D473B544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672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Schnittstellen zu Ihren Systemen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E5BB70-3D19-433B-9ABE-F2C9A29E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91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C455DA-3AD0-438C-92CD-4F6F6950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910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Eigene Markenoptik und Module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131C13-4548-4BCE-8FF4-FE60CD1B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66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AutomateX Route Platform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23B470-E709-43AB-B20F-70DCAC63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94676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DA76C-6536-4245-9CE4-95F0AC47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rPr>
              <a:t>EINFACH STARTEN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B4FC7-0D66-4965-9DD8-F894E639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10 € pro Monat für das fertige Produkt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EF5A1-E897-4B5B-B324-33EBFAF3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Mir ist kontinuierliches Feedback und die Weiterentwicklung der App wichtiger als ein hoher Einstiegspreis.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22710-4186-4417-949A-26FAE0BB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4762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792B2-2BBE-44A5-9A4E-39A921E6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rPr>
              <a:t>10 €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6F310-66E3-41F9-A8F2-7FBDE9AA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pro Monat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C414E-1ABA-417F-A491-4BAADFDB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Ein fairer Einstieg, solange wir das System gemeinsam weiterentwickeln.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1E812-549F-4EA3-B3A7-23F229C2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4667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Wenn Sie später ein Update benötigen, sprechen wir einfach erneut. Ich setze passende Erweiterungen gerne für Sie um.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FC3FE-C6F7-4E9A-8C02-074E6263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442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Keine starren Pakete. Kein unnötiger Ballast. Erst das, was Ihr Unternehmen wirklich benötigt.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E6E72D-0432-4122-B83F-E1ED5402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66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AutomateX Route 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B448F-0AF5-4824-862D-0C4E7D0F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364160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D7D3FB-CA45-4DC3-83F1-1A74E846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rPr>
              <a:t>AUTOMATEX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A86F3-E915-451A-866B-1B85B9E8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9810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Lassen Sie uns Ihre</a:t>
            </a:r>
          </a:p>
          <a:p xmlns:a="http://schemas.openxmlformats.org/drawingml/2006/main">
            <a:pPr algn="l">
              <a:defRPr sz="4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passende Version bauen.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636A0-A53B-4327-A4C8-C0C11B08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Sie sagen, was Sie wollen und was nicht.</a:t>
            </a:r>
          </a:p>
          <a:p xmlns:a="http://schemas.openxmlformats.org/drawingml/2006/main">
            <a:pPr algn="l">
              <a:defRPr sz="18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Ich baue Ihre App so, wie Sie sie brauchen.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E3BAE-809A-4AA0-AA9B-9E1F7E3B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626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77A5"/>
                </a:solidFill>
                <a:latin typeface="Helvetica Neue"/>
                <a:ea typeface="Helvetica Neue"/>
                <a:cs typeface="Helvetica Neue"/>
              </a:rPr>
              <a:t>Bereit für Ihr Feedback.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EE0D7-2DB6-4C9E-802F-781CE40B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66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AutomateX Route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E7957-9AF4-4245-AF98-3D6E04BA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007856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2026-07-21T22:07:50.3700000Z</dcterms:created>
  <dcterms:modified xsi:type="dcterms:W3CDTF">2026-07-21T22:07:50.3700000Z</dcterms:modified>
</coreProperties>
</file>